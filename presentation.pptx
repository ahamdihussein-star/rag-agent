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Boomi Integration Platform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Connecting Applications and Data with Intelligent Automation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Boomi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Leading integration platform</a:t>
            </a:r>
          </a:p>
          <a:p>
            <a:pPr/>
            <a:r>
              <a:t>Helps companies connect applications and data</a:t>
            </a:r>
          </a:p>
          <a:p>
            <a:pPr/>
            <a:r>
              <a:t>Provides tools for API management, EDI, and workflow automation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Boomi AI Agent Studio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Build intelligent automation agents</a:t>
            </a:r>
          </a:p>
          <a:p>
            <a:pPr/>
            <a:r>
              <a:t>Supports enterprise governance</a:t>
            </a:r>
          </a:p>
          <a:p>
            <a:pPr/>
            <a:r>
              <a:t>Enables rapid automation with AI agents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 Integrations and Connectors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Connect with popular applications like SAP, AWS, Salesforce, and more</a:t>
            </a:r>
          </a:p>
          <a:p>
            <a:pPr/>
            <a:r>
              <a:t>Explore Boomi Marketplace for additional connectors</a:t>
            </a:r>
          </a:p>
          <a:p>
            <a:pPr/>
            <a:r>
              <a:t>Facilitate seamless integration across various platforms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Industry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Manufacturing: Connect value chains for industry 4.0</a:t>
            </a:r>
          </a:p>
          <a:p>
            <a:pPr/>
            <a:r>
              <a:t>Healthcare: Enhance care through connected systems</a:t>
            </a:r>
          </a:p>
          <a:p>
            <a:pPr/>
            <a:r>
              <a:t>Retail: Connect omnichannel experiences for shoppers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Boomi's Security and Governance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Enterprise-grade security for agentic transformation</a:t>
            </a:r>
          </a:p>
          <a:p>
            <a:pPr/>
            <a:r>
              <a:t>Ensure compliance with industry standards</a:t>
            </a:r>
          </a:p>
          <a:p>
            <a:pPr/>
            <a:r>
              <a:t>Responsible AI with enterprise governance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Capabilities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Integration &amp; Automation: Connect applications and data</a:t>
            </a:r>
          </a:p>
          <a:p>
            <a:pPr/>
            <a:r>
              <a:t>API Management: Control and secure API lifecycle</a:t>
            </a:r>
          </a:p>
          <a:p>
            <a:pPr/>
            <a:r>
              <a:t>Data Management: Govern data at scale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Choose Boomi?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Trusted by 25,000+ customers</a:t>
            </a:r>
          </a:p>
          <a:p>
            <a:pPr/>
            <a:r>
              <a:t>Flexible pricing for SMBs to enterprises</a:t>
            </a:r>
          </a:p>
          <a:p>
            <a:pPr/>
            <a:r>
              <a:t>Innovative solutions reshaping integration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